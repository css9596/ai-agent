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게시판 파일 첨부 기능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요구사항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• 파일 첨부 기능 추가</a:t>
            </a:r>
          </a:p>
          <a:p>
            <a:pPr>
              <a:defRPr sz="2000"/>
            </a:pPr>
            <a:r>
              <a:t>• 허용 확장자: jpg, png, pdf, xlsx</a:t>
            </a:r>
          </a:p>
          <a:p>
            <a:pPr>
              <a:defRPr sz="2000"/>
            </a:pPr>
            <a:r>
              <a:t>• 파일당 최대 10MB</a:t>
            </a:r>
          </a:p>
          <a:p>
            <a:pPr>
              <a:defRPr sz="2000"/>
            </a:pPr>
            <a:r>
              <a:t>• 게시글당 최대 5개</a:t>
            </a:r>
          </a:p>
          <a:p>
            <a:pPr>
              <a:defRPr sz="2000"/>
            </a:pPr>
            <a:r>
              <a:t>• 개별 삭제 가능</a:t>
            </a:r>
          </a:p>
          <a:p>
            <a:pPr>
              <a:defRPr sz="2000"/>
            </a:pPr>
            <a:r>
              <a:t>• 관리자 설정에서 용량 제한 변경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